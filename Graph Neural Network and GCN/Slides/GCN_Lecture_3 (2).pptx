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305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4.png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5.png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6.png"/><Relationship Id="rId1" Type="http://schemas.openxmlformats.org/officeDocument/2006/relationships/tags" Target="../tags/tag7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7.png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8.png"/><Relationship Id="rId1" Type="http://schemas.openxmlformats.org/officeDocument/2006/relationships/tags" Target="../tags/tag8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9.png"/><Relationship Id="rId1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10.png"/><Relationship Id="rId1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image" Target="../media/image11.png"/><Relationship Id="rId1" Type="http://schemas.openxmlformats.org/officeDocument/2006/relationships/tags" Target="../tags/tag8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image" Target="../media/image12.png"/><Relationship Id="rId1" Type="http://schemas.openxmlformats.org/officeDocument/2006/relationships/tags" Target="../tags/tag8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13.png"/><Relationship Id="rId1" Type="http://schemas.openxmlformats.org/officeDocument/2006/relationships/tags" Target="../tags/tag9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14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image" Target="../media/image15.png"/><Relationship Id="rId1" Type="http://schemas.openxmlformats.org/officeDocument/2006/relationships/tags" Target="../tags/tag95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image" Target="../media/image16.png"/><Relationship Id="rId1" Type="http://schemas.openxmlformats.org/officeDocument/2006/relationships/tags" Target="../tags/tag9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image" Target="../media/image17.png"/><Relationship Id="rId1" Type="http://schemas.openxmlformats.org/officeDocument/2006/relationships/tags" Target="../tags/tag9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image" Target="../media/image18.png"/><Relationship Id="rId1" Type="http://schemas.openxmlformats.org/officeDocument/2006/relationships/tags" Target="../tags/tag10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image" Target="../media/image19.png"/><Relationship Id="rId1" Type="http://schemas.openxmlformats.org/officeDocument/2006/relationships/tags" Target="../tags/tag10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image" Target="../media/image20.png"/><Relationship Id="rId1" Type="http://schemas.openxmlformats.org/officeDocument/2006/relationships/tags" Target="../tags/tag10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image" Target="../media/image21.png"/><Relationship Id="rId1" Type="http://schemas.openxmlformats.org/officeDocument/2006/relationships/tags" Target="../tags/tag10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image" Target="../media/image22.png"/><Relationship Id="rId1" Type="http://schemas.openxmlformats.org/officeDocument/2006/relationships/tags" Target="../tags/tag10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image" Target="../media/image23.png"/><Relationship Id="rId1" Type="http://schemas.openxmlformats.org/officeDocument/2006/relationships/tags" Target="../tags/tag11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image" Target="../media/image24.png"/><Relationship Id="rId1" Type="http://schemas.openxmlformats.org/officeDocument/2006/relationships/tags" Target="../tags/tag11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image" Target="../media/image25.png"/><Relationship Id="rId1" Type="http://schemas.openxmlformats.org/officeDocument/2006/relationships/tags" Target="../tags/tag11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image" Target="../media/image26.png"/><Relationship Id="rId1" Type="http://schemas.openxmlformats.org/officeDocument/2006/relationships/tags" Target="../tags/tag11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image" Target="../media/image27.png"/><Relationship Id="rId1" Type="http://schemas.openxmlformats.org/officeDocument/2006/relationships/tags" Target="../tags/tag12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image" Target="../media/image28.png"/><Relationship Id="rId1" Type="http://schemas.openxmlformats.org/officeDocument/2006/relationships/tags" Target="../tags/tag124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image" Target="../media/image29.png"/><Relationship Id="rId1" Type="http://schemas.openxmlformats.org/officeDocument/2006/relationships/tags" Target="../tags/tag126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9.xml"/><Relationship Id="rId2" Type="http://schemas.openxmlformats.org/officeDocument/2006/relationships/image" Target="../media/image30.png"/><Relationship Id="rId1" Type="http://schemas.openxmlformats.org/officeDocument/2006/relationships/tags" Target="../tags/tag128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image" Target="../media/image31.png"/><Relationship Id="rId1" Type="http://schemas.openxmlformats.org/officeDocument/2006/relationships/tags" Target="../tags/tag130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" Type="http://schemas.openxmlformats.org/officeDocument/2006/relationships/image" Target="../media/image32.png"/><Relationship Id="rId1" Type="http://schemas.openxmlformats.org/officeDocument/2006/relationships/tags" Target="../tags/tag13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5.xml"/><Relationship Id="rId2" Type="http://schemas.openxmlformats.org/officeDocument/2006/relationships/image" Target="../media/image33.png"/><Relationship Id="rId1" Type="http://schemas.openxmlformats.org/officeDocument/2006/relationships/tags" Target="../tags/tag134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image" Target="../media/image34.png"/><Relationship Id="rId1" Type="http://schemas.openxmlformats.org/officeDocument/2006/relationships/tags" Target="../tags/tag13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image" Target="../media/image35.png"/><Relationship Id="rId1" Type="http://schemas.openxmlformats.org/officeDocument/2006/relationships/tags" Target="../tags/tag138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image" Target="../media/image36.png"/><Relationship Id="rId1" Type="http://schemas.openxmlformats.org/officeDocument/2006/relationships/tags" Target="../tags/tag140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2" Type="http://schemas.openxmlformats.org/officeDocument/2006/relationships/image" Target="../media/image37.png"/><Relationship Id="rId1" Type="http://schemas.openxmlformats.org/officeDocument/2006/relationships/tags" Target="../tags/tag14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2" Type="http://schemas.openxmlformats.org/officeDocument/2006/relationships/image" Target="../media/image38.png"/><Relationship Id="rId1" Type="http://schemas.openxmlformats.org/officeDocument/2006/relationships/tags" Target="../tags/tag144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7.xml"/><Relationship Id="rId2" Type="http://schemas.openxmlformats.org/officeDocument/2006/relationships/image" Target="../media/image39.png"/><Relationship Id="rId1" Type="http://schemas.openxmlformats.org/officeDocument/2006/relationships/tags" Target="../tags/tag146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image" Target="../media/image40.png"/><Relationship Id="rId1" Type="http://schemas.openxmlformats.org/officeDocument/2006/relationships/tags" Target="../tags/tag148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1.xml"/><Relationship Id="rId2" Type="http://schemas.openxmlformats.org/officeDocument/2006/relationships/image" Target="../media/image41.png"/><Relationship Id="rId1" Type="http://schemas.openxmlformats.org/officeDocument/2006/relationships/tags" Target="../tags/tag150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3.xml"/><Relationship Id="rId2" Type="http://schemas.openxmlformats.org/officeDocument/2006/relationships/image" Target="../media/image42.png"/><Relationship Id="rId1" Type="http://schemas.openxmlformats.org/officeDocument/2006/relationships/tags" Target="../tags/tag15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5.xml"/><Relationship Id="rId2" Type="http://schemas.openxmlformats.org/officeDocument/2006/relationships/image" Target="../media/image43.png"/><Relationship Id="rId1" Type="http://schemas.openxmlformats.org/officeDocument/2006/relationships/tags" Target="../tags/tag154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7.xml"/><Relationship Id="rId2" Type="http://schemas.openxmlformats.org/officeDocument/2006/relationships/image" Target="../media/image44.png"/><Relationship Id="rId1" Type="http://schemas.openxmlformats.org/officeDocument/2006/relationships/tags" Target="../tags/tag156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9.xml"/><Relationship Id="rId2" Type="http://schemas.openxmlformats.org/officeDocument/2006/relationships/image" Target="../media/image45.png"/><Relationship Id="rId1" Type="http://schemas.openxmlformats.org/officeDocument/2006/relationships/tags" Target="../tags/tag158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2" Type="http://schemas.openxmlformats.org/officeDocument/2006/relationships/image" Target="../media/image46.png"/><Relationship Id="rId1" Type="http://schemas.openxmlformats.org/officeDocument/2006/relationships/tags" Target="../tags/tag160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3.xml"/><Relationship Id="rId2" Type="http://schemas.openxmlformats.org/officeDocument/2006/relationships/image" Target="../media/image47.png"/><Relationship Id="rId1" Type="http://schemas.openxmlformats.org/officeDocument/2006/relationships/tags" Target="../tags/tag1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Lec 3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3755" y="581660"/>
            <a:ext cx="9580245" cy="56680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7300" y="1033145"/>
            <a:ext cx="8745220" cy="52165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6465" y="1490345"/>
            <a:ext cx="8968105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9155" y="685800"/>
            <a:ext cx="10245725" cy="5486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0280" y="946150"/>
            <a:ext cx="9533255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57605" y="965200"/>
            <a:ext cx="8743315" cy="52844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35075" y="810260"/>
            <a:ext cx="9034780" cy="49752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3610" y="655955"/>
            <a:ext cx="9728200" cy="55937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13460" y="1113790"/>
            <a:ext cx="8858885" cy="51358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6475" y="798830"/>
            <a:ext cx="8181340" cy="54508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0315" y="946150"/>
            <a:ext cx="8071485" cy="53035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5230" y="989965"/>
            <a:ext cx="8778875" cy="52597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54430" y="958215"/>
            <a:ext cx="8694420" cy="52914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Link Level Predictions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81455" y="1490345"/>
            <a:ext cx="839406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1865" y="742950"/>
            <a:ext cx="9365615" cy="5506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47445" y="909955"/>
            <a:ext cx="9320530" cy="53397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6815" y="1002030"/>
            <a:ext cx="8203565" cy="52476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48080" y="1490345"/>
            <a:ext cx="8787130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2985" y="946150"/>
            <a:ext cx="9385935" cy="53035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68705" y="1120140"/>
            <a:ext cx="8107045" cy="51295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6610" y="928370"/>
            <a:ext cx="8721090" cy="5321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13180" y="816610"/>
            <a:ext cx="8613140" cy="54330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04265" y="928370"/>
            <a:ext cx="8202295" cy="5321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0635" y="767080"/>
            <a:ext cx="8912860" cy="54825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53465" y="718185"/>
            <a:ext cx="8507730" cy="55314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8405" y="928370"/>
            <a:ext cx="8556625" cy="5321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Graph Level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73225" y="1064260"/>
            <a:ext cx="7719060" cy="51854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1270" y="908685"/>
            <a:ext cx="8684895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11910" y="836295"/>
            <a:ext cx="8980805" cy="51974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95400" y="513715"/>
            <a:ext cx="8586470" cy="57359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7420" y="984250"/>
            <a:ext cx="8893175" cy="5265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94130" y="939800"/>
            <a:ext cx="8817610" cy="53098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75410" y="457200"/>
            <a:ext cx="9070340" cy="52787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88770" y="550545"/>
            <a:ext cx="8296275" cy="53467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77975" y="687070"/>
            <a:ext cx="8335645" cy="5562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74495" y="724535"/>
            <a:ext cx="8482965" cy="55251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33830" y="692785"/>
            <a:ext cx="8834755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9080" y="655955"/>
            <a:ext cx="8415020" cy="55937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84020" y="860425"/>
            <a:ext cx="8168640" cy="53892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72895" y="668020"/>
            <a:ext cx="8167370" cy="55816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84680" y="835025"/>
            <a:ext cx="8149590" cy="54146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41170" y="965200"/>
            <a:ext cx="8119745" cy="52844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31240" y="829945"/>
            <a:ext cx="9138920" cy="54197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9215" y="829310"/>
            <a:ext cx="9666605" cy="53263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87755" y="829945"/>
            <a:ext cx="8938260" cy="54197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51890" y="860425"/>
            <a:ext cx="9101455" cy="53892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86510" y="885190"/>
            <a:ext cx="8734425" cy="53644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Presentation</Application>
  <PresentationFormat>Widescreen</PresentationFormat>
  <Paragraphs>6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/>
  <cp:lastModifiedBy>imam dad</cp:lastModifiedBy>
  <cp:revision>2</cp:revision>
  <dcterms:created xsi:type="dcterms:W3CDTF">2026-10-08T19:59:42Z</dcterms:created>
  <dcterms:modified xsi:type="dcterms:W3CDTF">2026-10-08T20:57:05Z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1816E12A275C48AAB30C4B2D2A14657A_12</vt:lpwstr>
  </property>
</Properties>
</file>